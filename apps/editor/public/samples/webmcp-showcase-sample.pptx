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deck is imported by an agent through WebMCP.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tool has a JSON schema and returns a structured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canvas while the agent runs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showing the exported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7F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Presentations become agent-native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sample deck for the LocalStudio WebMCP showcase.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7F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call real editor tools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inspect, translate, describe, and export through typed WebMCP tools instead of screen scraping.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7F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human stays in the loop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canvas updates live while the agent works, and consequential tools are flagged for confirmation.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7FD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AI, private by default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554480" y="347472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Translation, descriptions, and images run on browser models without sending slides to a server.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WebMCP showcase sample</dc:title>
  <dc:subject>PptxGenJS Presentation</dc:subject>
  <dc:creator>PptxGenJS</dc:creator>
  <cp:lastModifiedBy>PptxGenJS</cp:lastModifiedBy>
  <cp:revision>1</cp:revision>
  <dcterms:created xsi:type="dcterms:W3CDTF">2026-10-21T20:47:25Z</dcterms:created>
  <dcterms:modified xsi:type="dcterms:W3CDTF">2026-10-21T20:47:25Z</dcterms:modified>
</cp:coreProperties>
</file>